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Labeled vs Unlabeled Data Available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Labeled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ImageNet</c:v>
                  </c:pt>
                  <c:pt idx="1">
                    <c:v>CIFAR-10</c:v>
                  </c:pt>
                  <c:pt idx="2">
                    <c:v>STL-10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1280000</c:v>
                </c:pt>
                <c:pt idx="1">
                  <c:v>50000</c:v>
                </c:pt>
                <c:pt idx="2">
                  <c:v>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Unlabeled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ImageNet</c:v>
                  </c:pt>
                  <c:pt idx="1">
                    <c:v>CIFAR-10</c:v>
                  </c:pt>
                  <c:pt idx="2">
                    <c:v>STL-10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14000000</c:v>
                </c:pt>
                <c:pt idx="1">
                  <c:v>0</c:v>
                </c:pt>
                <c:pt idx="2">
                  <c:v>100000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SimCLR Linear Probe</c:v>
                  </c:pt>
                  <c:pt idx="1">
                    <c:v>Scratch Linear Probe</c:v>
                  </c:pt>
                  <c:pt idx="2">
                    <c:v>SimCLR Fine-tuned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58.87</c:v>
                </c:pt>
                <c:pt idx="1">
                  <c:v>40.89</c:v>
                </c:pt>
                <c:pt idx="2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606040"/>
            <a:ext cx="7863840" cy="27432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Self-Supervised Learning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SimCLR on CIFAR-10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Course: Deep Learning  |  Professor: Dr. Smith  |  May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840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3840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3840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3840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840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3840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3840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3840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840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Self-Supervised Learning?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Self-Supervised Learning (SSL)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representations from unlabeled data using pretext tasks
</a:t>
            </a:r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expensive manual annotation by generating its own supervision
</a:t>
            </a:r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SimCLR: maximizes agreement between different augmented views of the same image (positive pairs) while repelling negatives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4251960" cy="3291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727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993392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93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93792" y="1993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visual representations without labels using SimCLR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496312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496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3792" y="2496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SSL-pretrained vs. supervised-from-scratch 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99232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93792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quality via linear probing &amp; fine-tuning experiments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502152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502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93792" y="3502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learned embeddings with t-SNE &amp; UMAP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Labeled Data Bottleneck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43200" cy="1371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real-world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unlabeled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743200" cy="1371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needed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annotate at scale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2743200" cy="1371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6304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pretraining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20040" y="2999232"/>
          <a:ext cx="51206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577840" y="2999232"/>
            <a:ext cx="3337560" cy="19202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3063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Question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0" y="342900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learn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representations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unlabeled data alone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any class labels?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SimCLR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874520" cy="11430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544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RGB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1997964"/>
            <a:ext cx="2743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1463040"/>
            <a:ext cx="1874520" cy="11430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5544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029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Flip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997964"/>
            <a:ext cx="2743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1463040"/>
            <a:ext cx="1874520" cy="1143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5544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ResNet-18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029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f(·)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Head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997964"/>
            <a:ext cx="2743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1463040"/>
            <a:ext cx="1874520" cy="11430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5544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Contrastive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(NT-Xent)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029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τ=0.5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 Neg.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4297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34640"/>
            <a:ext cx="64008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077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Pretraining Phase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27355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CIFAR-10 without labels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augmented view pairs (x̃ᵢ, x̃ⱼ)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encoder to minimize NT-Xent loss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pretrained encoder weights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834640"/>
            <a:ext cx="40690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834640"/>
            <a:ext cx="64008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907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Phase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273552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Probe: freeze encoder, train linear layer
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unfreeze + fine-tune full network
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ResNet-18 trained from scratch (supervised)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Libraries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697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184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 Python 3.10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language. Clean syntax, rich ML ecosystem.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08760"/>
            <a:ext cx="269748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184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 PyTorch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 used for model definition, training loops, and GPU acceleration.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508760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184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NumPy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 for array operations and data preprocessing pipelines.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54680"/>
            <a:ext cx="269748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64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Matplotlib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library for plotting loss curves and prediction results.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1546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154680"/>
            <a:ext cx="26974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264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🖼️  CIFAR-10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83280" y="36576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benchmark: 60K images across 10 classes. Ideal for SSL experiments.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15468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154680"/>
            <a:ext cx="2697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264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scikit-learn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09360" y="36576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t-SNE, UMAP, and metrics for embedding visualization and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Data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50876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002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CIFAR-10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test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029968"/>
            <a:ext cx="228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2057400" y="1554480"/>
            <a:ext cx="150876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6002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0116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RandomCrop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ColorJitter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2029968"/>
            <a:ext cx="228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94760" y="1554480"/>
            <a:ext cx="1508760" cy="100584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16002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ResNet-18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20116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029968"/>
            <a:ext cx="228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5532120" y="1554480"/>
            <a:ext cx="1508760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16002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(MLP)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20116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128-dim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40880" y="2029968"/>
            <a:ext cx="228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1554480"/>
            <a:ext cx="1508760" cy="1005840"/>
          </a:xfrm>
          <a:prstGeom prst="rect">
            <a:avLst/>
          </a:prstGeom>
          <a:solidFill>
            <a:srgbClr val="9D17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6002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NT-Xent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20116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43200"/>
            <a:ext cx="4160520" cy="21031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28163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SimCLR Pretraining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182112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Unlabeled CIFAR-10 (no class info)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augmented views per image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Freeze encoder → Linear probe evaluation
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58.87% test accuracy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743200"/>
            <a:ext cx="4160520" cy="2103120"/>
          </a:xfrm>
          <a:prstGeom prst="rect">
            <a:avLst/>
          </a:prstGeom>
          <a:solidFill>
            <a:srgbClr val="1A0D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8163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Supervised Baseline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182112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Labeled CIFAR-10 from scratch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cross-entropy loss training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ResNet-18 architecture
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40.89% test accuracy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 — NUMERICAL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Comparison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3619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58.87%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SimCLR Linear Probe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4048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pretrained_linear_eval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53619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40.89%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46120" y="21214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Scratch Linear Probe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24048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scratch_linear_eval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2697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46304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53619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72200" y="21214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Fine-tuned (CIFAR-10)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24048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supervised fine-tune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0040" y="2852928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486400" y="2852928"/>
            <a:ext cx="3383280" cy="201168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2356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23560" y="3310128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 pretraining yields a +18pp improvement over random initialization under linear evaluation, confirming that unsupervised representations carry meaningful semantic 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 — EMBEDDING VISUALIZATIONS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t-SNE &amp; UMAP of Learned Representations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2062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44752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t-SNE</a:t>
            </a:r>
            <a:endParaRPr lang="en-US" sz="1400" dirty="0"/>
          </a:p>
        </p:txBody>
      </p:sp>
      <p:pic>
        <p:nvPicPr>
          <p:cNvPr id="8" name="Image 0" descr="/home/claude/ts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810512"/>
            <a:ext cx="4023360" cy="2971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1444752"/>
            <a:ext cx="42062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1444752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UMAP</a:t>
            </a:r>
            <a:endParaRPr lang="en-US" sz="1400" dirty="0"/>
          </a:p>
        </p:txBody>
      </p:sp>
      <p:pic>
        <p:nvPicPr>
          <p:cNvPr id="11" name="Image 1" descr="/home/claude/u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810512"/>
            <a:ext cx="4023360" cy="297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projections reveal partial class structure in the learned embedding space — visible color-region clustering despite being trained without labels.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 — TRAINING CURVES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Evaluation: Pretrained vs. Scratch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44752"/>
            <a:ext cx="420624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Accuracy</a:t>
            </a:r>
            <a:endParaRPr lang="en-US" sz="1000" dirty="0"/>
          </a:p>
        </p:txBody>
      </p:sp>
      <p:pic>
        <p:nvPicPr>
          <p:cNvPr id="8" name="Image 0" descr="/home/claude/Test_ac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737360"/>
            <a:ext cx="4114800" cy="12710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1444752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1444752"/>
            <a:ext cx="420624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Loss</a:t>
            </a:r>
            <a:endParaRPr lang="en-US" sz="1000" dirty="0"/>
          </a:p>
        </p:txBody>
      </p:sp>
      <p:pic>
        <p:nvPicPr>
          <p:cNvPr id="11" name="Image 1" descr="/home/claude/Test_lo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737360"/>
            <a:ext cx="4114800" cy="12710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182112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0040" y="3182112"/>
            <a:ext cx="420624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Loss / Epoch</a:t>
            </a:r>
            <a:endParaRPr lang="en-US" sz="1000" dirty="0"/>
          </a:p>
        </p:txBody>
      </p:sp>
      <p:pic>
        <p:nvPicPr>
          <p:cNvPr id="14" name="Image 2" descr="/home/claude/Train_epoc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3474720"/>
            <a:ext cx="4114800" cy="127101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63440" y="3182112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663440" y="3182112"/>
            <a:ext cx="4206240" cy="27432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Loss / Step</a:t>
            </a:r>
            <a:endParaRPr lang="en-US" sz="1000" dirty="0"/>
          </a:p>
        </p:txBody>
      </p:sp>
      <p:pic>
        <p:nvPicPr>
          <p:cNvPr id="17" name="Image 3" descr="/home/claude/Train_loss_ste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09160" y="3474720"/>
            <a:ext cx="4114800" cy="127101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20040" y="4828032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3"/>
          <p:cNvSpPr/>
          <p:nvPr/>
        </p:nvSpPr>
        <p:spPr>
          <a:xfrm>
            <a:off x="530352" y="48188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(SimCLR)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1" name="Text 15"/>
          <p:cNvSpPr/>
          <p:nvPr/>
        </p:nvSpPr>
        <p:spPr>
          <a:xfrm>
            <a:off x="3136392" y="48188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(supervised baseline)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How We Solved Them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64008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" y="1572768"/>
            <a:ext cx="411480" cy="4114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Contrastive Loss Convergence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NT-Xent loss unstable early in training; high variance in batch negatives.   </a:t>
            </a:r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temperature τ=0.5 and used large effective batch size with gradient accumulation.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33472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" y="2743200"/>
            <a:ext cx="411480" cy="4114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249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Sensitivity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30358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is sensitive to augmentation strength, learning rate, and projection head depth.   </a:t>
            </a:r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grid search on LR ∈ {0.01, 0.1} with cosine decay. Final LR: 0.1 with warm-up.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803904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03904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3913632"/>
            <a:ext cx="411480" cy="41148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913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8953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Computational Constraints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012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training requires large batches and long schedules to learn good representations.   </a:t>
            </a:r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lightweight ResNet-18 and CIFAR-10 (32×32). Reduced epochs while retaining key trends.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 &amp; Next Steps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3977640" cy="33375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5727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 successfully learns meaningful visual representations without labels
</a:t>
            </a:r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 is a reliable, fair metric for SSL quality evaluation
</a:t>
            </a:r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SSL-pretrained models outperform scratch by +18pp under linear probe
</a:t>
            </a:r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narrows the gap — pretraining advantage is most visible in low-label settings
</a:t>
            </a:r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t-SNE/UMAP confirm partial semantic clustering in the embedding space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069080" cy="3337560"/>
          </a:xfrm>
          <a:prstGeom prst="rect">
            <a:avLst/>
          </a:prstGeom>
          <a:solidFill>
            <a:srgbClr val="1A0D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57276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Extensions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47672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STL-10 dataset for stronger pretraining signal
</a:t>
            </a:r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BYOL / MoCo / DINO for comparison
</a:t>
            </a:r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larger datasets (ImageNet subset)
</a:t>
            </a:r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semi-supervised evaluation protocols
</a:t>
            </a:r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per-class embedding quality and confusion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4846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learning is a key enabler for low-resource and large-scale vision tasks — and SimCLR is a strong foundation to build upon.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Self-Supervised Learning with SimCLR on CIFAR-10</dc:title>
  <dc:subject>PptxGenJS Presentation</dc:subject>
  <dc:creator>Student</dc:creator>
  <cp:lastModifiedBy>Student</cp:lastModifiedBy>
  <cp:revision>1</cp:revision>
  <dcterms:created xsi:type="dcterms:W3CDTF">2026-05-20T21:13:01Z</dcterms:created>
  <dcterms:modified xsi:type="dcterms:W3CDTF">2026-05-20T21:13:01Z</dcterms:modified>
</cp:coreProperties>
</file>